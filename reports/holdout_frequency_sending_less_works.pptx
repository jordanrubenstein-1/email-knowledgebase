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5029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Less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0" y="0"/>
            <a:ext cx="4206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Holdout Test  •  Jan 14 – Mar 6, 2026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822960"/>
          <a:ext cx="7772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005840"/>
                <a:gridCol w="1005840"/>
                <a:gridCol w="10058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 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(&gt;99.9%)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 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Clicker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(&gt;99.9%)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Define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(99.9%)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Define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Swatch Conv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(&gt;99.9%)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/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NaN" marR="7315200" marT="0" marB="NaN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5001768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 for two proportions, two-tailed, α = 0.05  •  Confidence = 1 − p-value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Sending Less Works — Holdout Frequency Test</dc:title>
  <dc:subject>PptxGenJS Presentation</dc:subject>
  <dc:creator>PptxGenJS</dc:creator>
  <cp:lastModifiedBy>PptxGenJS</cp:lastModifiedBy>
  <cp:revision>1</cp:revision>
  <dcterms:created xsi:type="dcterms:W3CDTF">2026-03-06T23:33:31Z</dcterms:created>
  <dcterms:modified xsi:type="dcterms:W3CDTF">2026-03-06T23:33:31Z</dcterms:modified>
</cp:coreProperties>
</file>