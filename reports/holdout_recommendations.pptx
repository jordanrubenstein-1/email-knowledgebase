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607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931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Frequency Test  •  Jan 14 – Mar 6,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49808"/>
            <a:ext cx="50292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74980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 PC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47088" y="987552"/>
            <a:ext cx="713232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98755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633472" y="7498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send cadence. Data strongly supports fewer emails for pre-converted users.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0" y="749808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+472 additional conversions†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572768"/>
            <a:ext cx="8595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572768"/>
            <a:ext cx="50292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57276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Define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47088" y="1810512"/>
            <a:ext cx="713232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47088" y="181051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33472" y="15727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send cadence. Holdout generates measurably higher revenue per user across the full list.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1572768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+$625K incremental revenue†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395728"/>
            <a:ext cx="8595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395728"/>
            <a:ext cx="50292" cy="7315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39572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Burrow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47088" y="2633472"/>
            <a:ext cx="713232" cy="256032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47088" y="263347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33472" y="23957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 gap (−19.4%) is no longer statistically significant (p = 0.08). Monitor another 2–3 weeks before deciding.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218688"/>
            <a:ext cx="8595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218688"/>
            <a:ext cx="50292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21868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47088" y="3456432"/>
            <a:ext cx="713232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47088" y="34564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633472" y="321868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into cadence for new users in welcome drips. Extend holdout methodology to lifecycle / triggered flows.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1148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Retrospective estimate: projected gain over the Jan 14–Mar 6 test window if 100% of the list had received holdout (reduced) frequency, not a forward-looking projection.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2026-03-08T23:48:02Z</dcterms:created>
  <dcterms:modified xsi:type="dcterms:W3CDTF">2026-03-08T23:48:02Z</dcterms:modified>
</cp:coreProperties>
</file>